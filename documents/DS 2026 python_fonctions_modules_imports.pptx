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0"/>
            <a:ext cx="2926080" cy="2926080"/>
          </a:xfrm>
          <a:prstGeom prst="ellipse">
            <a:avLst/>
          </a:prstGeom>
          <a:solidFill>
            <a:srgbClr val="FFD43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NIVEAU MASTER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les fonctions en 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son code : </a:t>
            </a:r>
            <a:pPr indent="0" marL="0">
              <a:buNone/>
            </a:pPr>
            <a:r>
              <a:rPr lang="en-US" sz="19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9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__init__.py</a:t>
            </a:r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pPr indent="0" marL="0">
              <a:buNone/>
            </a:pPr>
            <a:r>
              <a:rPr lang="en-US" sz="19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2194560" cy="0"/>
          </a:xfrm>
          <a:prstGeom prst="line">
            <a:avLst/>
          </a:prstGeom>
          <a:noFill/>
          <a:ln w="25400">
            <a:solidFill>
              <a:srgbClr val="FFD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Neurosciences — Data Science &amp;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saurez faire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34440" y="1691640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916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Rappeler ce qu'est une fonction et pourquoi découper son code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34440" y="2468880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46888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script, module et package en Python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234440" y="3246120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32461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rôle du fichier __init__.py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234440" y="4023360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02336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différentes syntaxes d'import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234440" y="4800600"/>
            <a:ext cx="96926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48006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les pièges classiques (imports circulaires, chemins)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FONCTION, POURQUOI 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encapsule un traitement réutilisable :</a:t>
            </a:r>
            <a:endParaRPr lang="en-US" sz="1500" dirty="0"/>
          </a:p>
          <a:p>
            <a:pPr lvl="1" marL="6858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la duplication de code</a:t>
            </a:r>
            <a:endParaRPr lang="en-US" sz="1500" dirty="0"/>
          </a:p>
          <a:p>
            <a:pPr lvl="1" marL="6858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 les tests et la relecture</a:t>
            </a:r>
            <a:endParaRPr lang="en-US" sz="1500" dirty="0"/>
          </a:p>
          <a:p>
            <a:pPr lvl="1" marL="6858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 un nom clair pour une action précise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 fichier contient trop de fonctions, on les regroupe dans un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1856232"/>
            <a:ext cx="52120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outils.py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moyenne(valeurs):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"""Calcule la moyenne."""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sum(valeurs) / len(valeurs)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ecart_type(valeurs):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moyenne(valeurs)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4572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.py qui contient des fonctions est déjà un module.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VS PACKAGE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du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simple fichier .py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663440" cy="146304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999232"/>
            <a:ext cx="42062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moyenne(v): 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ecart_type(v): 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importable directement : import stats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contenant des modules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2834640"/>
            <a:ext cx="4663440" cy="146304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2999232"/>
            <a:ext cx="42062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__init__.py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stats.py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graphiques.py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importable comme un tout : import analyse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 : À QUOI SERT-IL 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fichier clé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à Python qu'un dossier est un package</a:t>
            </a:r>
            <a:endParaRPr lang="en-US" sz="1500" dirty="0"/>
          </a:p>
          <a:p>
            <a:pPr lvl="1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(historiquement obligatoire ; toujours recommandé)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S'exécute automatiquement à l'import du package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rester vide, ou :</a:t>
            </a:r>
            <a:endParaRPr lang="en-US" sz="1500" dirty="0"/>
          </a:p>
          <a:p>
            <a:pPr lvl="1" marL="6858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une API simplifiée du package</a:t>
            </a:r>
            <a:endParaRPr lang="en-US" sz="1500" dirty="0"/>
          </a:p>
          <a:p>
            <a:pPr lvl="1" marL="6858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__all__ (contrôle de import *)</a:t>
            </a:r>
            <a:endParaRPr lang="en-US" sz="1500" dirty="0"/>
          </a:p>
          <a:p>
            <a:pPr lvl="1" marL="685800" indent="-3429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 des variables partagées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993392"/>
            <a:ext cx="50292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analyse/__init__.py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.stats import moyenne, ecart_type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.graphiques import tracer_courbe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__all__ = ["moyenne", "ecart_type",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"tracer_courbe"]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434340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448056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analyse import moyenne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MINI-PROJET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concret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01952"/>
            <a:ext cx="46634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mon_projet/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analyse/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__init__.py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stats.py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graphiques.py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outils/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__init__.py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fichiers.py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1901952"/>
            <a:ext cx="521208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analyse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analyse import stats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analyse.graphiques import tracer_courbe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analyse.outils.fichiers import charger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donnees = charger('data.csv')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print(stats.moyenne(donnees))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47548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sous-dossier importable a son propre __init__.py — même vide.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DIFFÉRENTES SYNTAXES D'IMPORT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essentiel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178308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tout le module ; accès via module.fonction()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7919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module as 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679192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Renomme le module pour un usage plus court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7530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module import fonction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3575304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un nom précis, utilisable directement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47141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71416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module import f1, f2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4471416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plusieurs noms précis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36752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6752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module import 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5367528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tout (déconseillé, voir bonnes pratiques)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ABSOLU VS RELATIF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l'intérieur d'un package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633472"/>
            <a:ext cx="4206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analyse/graphiques.py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analyse.stats import moyenne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complet depuis la racine du projet. Explicite, recommandé.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0" y="2468880"/>
            <a:ext cx="4663440" cy="128016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12280" y="2633472"/>
            <a:ext cx="4206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analyse/graphiques.py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.stats import moyenne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..autre_pkg import fct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8862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. signifie « ce package » ; .. remonte d'un niveau. Utile dans les gros packages.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D'IMPORT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from module import *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240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Pollue l'espace de noms, rend le code difficile à relire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926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les imports en haut du fichier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291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lib, puis librairies tierces, puis modules locaux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977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if __name__ == "__main__":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distinguer exécution directe et import comme module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166360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029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Préférer les imports absolus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394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lisibles et plus robustes lors de réorganisations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À CONNAÎTRE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Débogage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0" y="1874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n'est pas dans le PYTHONPATH ou mal nommé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26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ImportError: cannot import name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0" y="29260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 demandé n'existe pas dans le module ciblé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circulaire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0" y="39776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modules s'importent mutuellement → boucle infinie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029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sans __init__.py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0" y="5029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dossier n'est pas reconnu comme package importable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Fonctions, modules &amp; imports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3657600" cy="36576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un package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boite_a_outils/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deux modules 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texte.py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nombres.py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un __init__.py qui expose une fonction de chaque module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Importez le package depuis un script main.py avec un import absolu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volontairement un import circulaire pour observer l'erreur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Gérer les fonctions en Python : modules, __init__.py, imports</dc:title>
  <dc:subject>PptxGenJS Presentation</dc:subject>
  <dc:creator>Nicolas</dc:creator>
  <cp:lastModifiedBy>Nicolas</cp:lastModifiedBy>
  <cp:revision>1</cp:revision>
  <dcterms:created xsi:type="dcterms:W3CDTF">2026-07-05T20:11:08Z</dcterms:created>
  <dcterms:modified xsi:type="dcterms:W3CDTF">2026-07-05T20:11:08Z</dcterms:modified>
</cp:coreProperties>
</file>
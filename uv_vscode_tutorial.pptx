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90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5029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Environnements Virtuels Python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965960" y="12344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 uv  &amp;  VS Code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02920" y="1920240"/>
            <a:ext cx="8321040" cy="36576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02920" y="21031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Pourquoi uv 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46120" y="21031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24612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Créer un env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89320" y="21031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98932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Gérer les paquets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274320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02920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Intégration VSCode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46120" y="274320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246120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Bonnes pratiques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89320" y="274320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989320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Workflow complet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débutants · Python ·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 un environnement virtuel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6908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60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3703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 a besoin de Django 4.2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 a besoin de Django 3.2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isolation → conflit de versions !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Paquets installés globalement = chaos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impossible sur une autre machine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822960"/>
            <a:ext cx="4114800" cy="406908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754880" y="822960"/>
            <a:ext cx="4114800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960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150876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isolé par projet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paquets dédiés à chaque projet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indépendantes sans conflit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 sur n'importe quelle machine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à supprimer / recréer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choisir uv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1828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10–100×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rapide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pip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2194560" cy="178308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0058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08960" y="1005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Ultra-rapide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06040" y="15087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en Rust, résolution de dépendances en millisecondes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822960"/>
            <a:ext cx="2194560" cy="178308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05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005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Lockfile intégré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37760" y="15087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uv.lock garantit des builds reproductibles à 100%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086600" y="822960"/>
            <a:ext cx="2194560" cy="178308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0058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0" y="1005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Tout-en-un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269480" y="15087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Python, env virtuels, paquets, scripts, projets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423160" y="2788920"/>
            <a:ext cx="2194560" cy="178308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29718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10896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pip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2606040" y="3474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requirements.txt, setup.py, pyproject.toml sans effort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754880" y="2788920"/>
            <a:ext cx="2194560" cy="178308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97180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937760" y="3474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déterministe, pas de surprise lors des mises à jour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086600" y="2788920"/>
            <a:ext cx="2194560" cy="178308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2971800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77240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7269480" y="3474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PEP 517/518, remplace pip + venv + pip-tools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uv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commande suffit selon votre OS 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/ Linux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4114800" cy="71323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1480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38912" y="164592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21792" y="164592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804672" y="164592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05840" y="1609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/ zsh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89280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-LsSf https://astral.sh/uv/install.sh | sh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(PowerShell)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4114800" cy="71323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572768"/>
            <a:ext cx="411480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873752" y="164592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056632" y="164592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239512" y="164592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40680" y="1609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89280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-c "irm https://astral.sh/uv/install.ps1 | iex"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" y="2423160"/>
            <a:ext cx="8549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pip (universel)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8549640" cy="71323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2788920"/>
            <a:ext cx="854964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38912" y="286207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21792" y="286207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804672" y="286207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005840" y="2825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1089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uv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" y="3611880"/>
            <a:ext cx="8549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l'installation :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3977640"/>
            <a:ext cx="8549640" cy="7772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3977640"/>
            <a:ext cx="854964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38912" y="40507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21792" y="40507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804672" y="40507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005840" y="4014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822960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--version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0.4.x (date)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projet &amp; son environnement virtuel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1 — Nouveau projet uv (recommandé)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129844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38912" y="124358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21792" y="124358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04672" y="124358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05840" y="1207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90472"/>
            <a:ext cx="8275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Créer un nouveau projet avec structure complète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init mon-projet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mon-projet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L'env virtuel est créé automatiquement au 1er uv run / uv sync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                  # crée .venv/ et installe les dépendances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26060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2 — Env virtuel seul (projet existant)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8595360" cy="129844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859536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38912" y="30449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21792" y="30449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04672" y="30449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05840" y="3008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8275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Créer un env virtuel dans le dossier courant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venv                  # crée .venv/ avec le Python par défaut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venv --python 3.12    # spécifier la version Python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Activer l'env (nécessaire hors VSCode)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   # macOS/Linux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.venv\Scripts\activate      # Windows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407408"/>
            <a:ext cx="859536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4407408"/>
            <a:ext cx="64008" cy="5029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440740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Avec VSCode, l'activation manuelle n'est généralement pas nécessaire — il détecte .venv automatiquement.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paquets avec uv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93776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64008" cy="49377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requests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51960" y="804672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un paquet (+ maj pyproject.toml)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30452"/>
            <a:ext cx="8595360" cy="493776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330452"/>
            <a:ext cx="64008" cy="49377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33045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'django&gt;=4.2'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51960" y="1330452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avec contrainte de version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856232"/>
            <a:ext cx="8595360" cy="493776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1856232"/>
            <a:ext cx="64008" cy="4937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18562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--dev pytest ruff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51960" y="1856232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des dépendances de développement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382012"/>
            <a:ext cx="8595360" cy="493776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382012"/>
            <a:ext cx="64008" cy="493776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238201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remove requests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51960" y="2382012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Désinstaller un paquet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07792"/>
            <a:ext cx="8595360" cy="493776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2907792"/>
            <a:ext cx="64008" cy="493776"/>
          </a:xfrm>
          <a:prstGeom prst="rect">
            <a:avLst/>
          </a:prstGeom>
          <a:solidFill>
            <a:srgbClr val="388B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290779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51960" y="2907792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toutes les dépendances (depuis lock)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433572"/>
            <a:ext cx="8595360" cy="493776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74320" y="3433572"/>
            <a:ext cx="64008" cy="4937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43357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pip list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251960" y="3433572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paquets installés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959352"/>
            <a:ext cx="8595360" cy="493776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74320" y="3959352"/>
            <a:ext cx="64008" cy="4937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395935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pip show django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51960" y="3959352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Détails sur un paquet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485132"/>
            <a:ext cx="8595360" cy="493776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74320" y="4485132"/>
            <a:ext cx="64008" cy="493776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57200" y="44851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--upgrade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251960" y="4485132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toutes les dépendances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 &amp; uv.lock — Les fichiers clés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31089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38912" y="126187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21792" y="126187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04672" y="126187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05840" y="1225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38862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"mon-projet"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= "0.1.0"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requires-python = "&gt;=3.11"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= 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"requests&gt;=2.31",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"django&gt;=4.2",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[dependency-groups]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= 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"pytest&gt;=8.0",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"ruff&gt;=0.4",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44074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Édité manuellement ou via uv add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uv.lock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114800" cy="310896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99032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57800" y="132588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automatiquement par uv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96596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57800" y="18928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exactes de chaque paquet</a:t>
            </a:r>
            <a:endParaRPr lang="en-US" sz="12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53288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245973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garantie (CI/CD, équipe)</a:t>
            </a:r>
            <a:endParaRPr lang="en-US" sz="12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0998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57800" y="302666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modifier à la main</a:t>
            </a:r>
            <a:endParaRPr lang="en-US" sz="12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66674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57800" y="359359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Committer dans Git (comme package-lock.json)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709160" y="4407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Committer uv.lock dans Git — ne PAS l'ignorer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avec VS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92024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932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l'extension Python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08176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Extensions (Ctrl+Shift+X)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: Python (Microsoft)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Installer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192024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206240" cy="54864"/>
          </a:xfrm>
          <a:prstGeom prst="rect">
            <a:avLst/>
          </a:prstGeom>
          <a:solidFill>
            <a:srgbClr val="388B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937760" y="932688"/>
            <a:ext cx="384048" cy="384048"/>
          </a:xfrm>
          <a:prstGeom prst="ellipse">
            <a:avLst/>
          </a:prstGeom>
          <a:solidFill>
            <a:srgbClr val="388B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937760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932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l'interpréteur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08176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Ctrl+Shift+P → Python: Select Interpreter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.venv (uv) dans la liste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active l'env automatiquement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862072"/>
            <a:ext cx="4206240" cy="192024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862072"/>
            <a:ext cx="4206240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7200" y="2990088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990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intégré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465576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terminal VSCode hérite de l'env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commandes uv fonctionnent directement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d'activer manuellement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862072"/>
            <a:ext cx="4206240" cy="192024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754880" y="2862072"/>
            <a:ext cx="420624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937760" y="2990088"/>
            <a:ext cx="384048" cy="384048"/>
          </a:xfrm>
          <a:prstGeom prst="ellipse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93776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2990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recommandés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465576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python.defaultInterpreterPath": ".venv/bin/python"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"python.terminal.activateEnvironment": true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"editor.formatOnSave": true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74320" y="4736592"/>
            <a:ext cx="64008" cy="25603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02920" y="4736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 : créez un fichier .python-version à la racine du projet (ex: 3.12) — uv et VSCode le lisent automatiquement.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 — De zéro à un projet Python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projet web avec FastAPI 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37490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38912" y="12161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21792" y="12161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04672" y="12161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05840" y="1179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— mon-api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827532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Créer et initialiser le projet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init mon-api &amp;&amp; cd mon-api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Spécifier la version Python (optionnel)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python pin 3.12         # crée .python-version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Ajouter les dépendances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fastapi uvicorn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--dev pytest httpx ruff mypy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Ouvrir dans VSCode → sélectionner interpréteur .venv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Lancer l'application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uvicorn main:app --reload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Exécuter les tests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plusieurs versions Python avec uv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peut télécharger et gérer les versions Python pour vous 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114800" cy="28346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11480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38912" y="162763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21792" y="162763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804672" y="162763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05840" y="1591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379476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Lister les Python disponibles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python list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Installer une version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python install 3.12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python install 3.11 3.12 3.13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Créer un env avec version spécifique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venv --python 3.11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Épingler la version pour le projet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python pin 3.12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63440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Cohabitation de projets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1600200"/>
            <a:ext cx="4114800" cy="56692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73736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66360" y="16002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 — Python 3.11 avec Django 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63440" y="2258568"/>
            <a:ext cx="4114800" cy="56692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95728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225856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 — Python 3.12 avec FastAPI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663440" y="2916936"/>
            <a:ext cx="4114800" cy="56692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05409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66360" y="291693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 — Python 3.13 (preview)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663440" y="3611880"/>
            <a:ext cx="4114800" cy="7772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4663440" y="3611880"/>
            <a:ext cx="411480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4828032" y="368503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5010912" y="368503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5193792" y="368503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3"/>
          <p:cNvSpPr/>
          <p:nvPr/>
        </p:nvSpPr>
        <p:spPr>
          <a:xfrm>
            <a:off x="5394960" y="36484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.python-version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846320" y="3931920"/>
            <a:ext cx="3794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Fichier .python-version à la racine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3.12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274320" y="4526280"/>
            <a:ext cx="64008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7"/>
          <p:cNvSpPr/>
          <p:nvPr/>
        </p:nvSpPr>
        <p:spPr>
          <a:xfrm>
            <a:off x="502920" y="45262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uv télécharge Python automatiquement si la version n'est pas présente. Plus besoin de pyenv !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— Gérer ses environnements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11480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À faire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 virtuel par projet, toujours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le dossier .venv (convention standard)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.venv/ à .gitignore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Committer pyproject.toml ET uv.lock dans Git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uv add (pas pip install directement)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Épingler la version Python avec uv python pin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groupes (dev, test, prod) dans pyproject.toml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les scripts avec uv run (sans activer l'env)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14800" cy="4114800"/>
          </a:xfrm>
          <a:prstGeom prst="rect">
            <a:avLst/>
          </a:prstGeom>
          <a:solidFill>
            <a:srgbClr val="21262D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92040" y="8778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À éviter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92040" y="1344168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des paquets avec pip install global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Committer le dossier .venv/ dans Git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un env entre plusieurs projets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uv.lock manuellement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de recréer l'env après git clone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les warnings de conflits de versions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noms d'env non standards (env/, venv/)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Mélanger uv et pip dans le même projet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&amp; Structure de projet recommandée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28346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38912" y="126187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21792" y="126187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04672" y="126187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05840" y="1225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379476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Environnement virtuel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Cache Python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*.pyc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*.pyo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Distribution / build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*.egg-info/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 PAS ignorer uv.lock !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uv.lock  ← committer dans Git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projet recommandée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4114800" cy="28346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11480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873752" y="126187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056632" y="126187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239512" y="126187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40680" y="1225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mon-projet/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508760"/>
            <a:ext cx="379476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mon-projet/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.venv/              # env (ignoré Git)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.python-version     # 3.12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pyproject.toml      # config projet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uv.lock             # lockfile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mon_projet/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__init__.py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main.py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tests/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test_main.py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859536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64008" cy="50292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41605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Après un git clone : lancez simplement uv sync pour recréer l'env et installer toutes les dépendances en une commande.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utiles au quotidien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de scripts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859536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152144"/>
            <a:ext cx="64008" cy="4572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1521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script.py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15214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sans activer l'env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859536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64008" cy="4572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les tests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39696"/>
            <a:ext cx="859536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139696"/>
            <a:ext cx="64008" cy="4572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21396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-- python -m module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13969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 module Python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276148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&amp; debug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859536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64008" cy="457200"/>
          </a:xfrm>
          <a:prstGeom prst="rect">
            <a:avLst/>
          </a:prstGeom>
          <a:solidFill>
            <a:srgbClr val="388B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pip list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1089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paquets installés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602736"/>
            <a:ext cx="859536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602736"/>
            <a:ext cx="64008" cy="457200"/>
          </a:xfrm>
          <a:prstGeom prst="rect">
            <a:avLst/>
          </a:prstGeom>
          <a:solidFill>
            <a:srgbClr val="388B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36027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pip show &lt;paquet&gt;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60273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détaillée sur un paquet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096512"/>
            <a:ext cx="859536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74320" y="4096512"/>
            <a:ext cx="64008" cy="457200"/>
          </a:xfrm>
          <a:prstGeom prst="rect">
            <a:avLst/>
          </a:prstGeom>
          <a:solidFill>
            <a:srgbClr val="388B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7200" y="4096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tree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40965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des dépendances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471830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compatibilité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5065776"/>
            <a:ext cx="859536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74320" y="5065776"/>
            <a:ext cx="64008" cy="45720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57200" y="50657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pip install -r requirements.txt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506577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un requirements.txt existant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5559552"/>
            <a:ext cx="859536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274320" y="5559552"/>
            <a:ext cx="64008" cy="45720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57200" y="5559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pip freeze &gt; requirements.txt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55595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à l'ancien format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6053328"/>
            <a:ext cx="859536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274320" y="6053328"/>
            <a:ext cx="64008" cy="45720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7200" y="6053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export --format requirements-txt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0" y="60533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depuis uv.lock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&amp; Ressources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savez maintenant 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243584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Pourquoi utiliser des env virtuels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Avantages de uv vs pip/venv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Installer uv sur n'importe quel OS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Créer un projet et son env virtuel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Gérer les paquets avec uv add/remove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Rôle de pyproject.toml et uv.lock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Intégration complète avec VSCode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Gérer plusieurs versions Python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Bonnes pratiques et structure projet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recommandées 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243584"/>
            <a:ext cx="4114800" cy="47548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46320" y="12618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Documentation uv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0" y="126187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docs.astral.sh/uv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792224"/>
            <a:ext cx="4114800" cy="47548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46320" y="181051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Astral (éditeur de uv)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181051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astral.sh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340864"/>
            <a:ext cx="4114800" cy="47548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235915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PEP 517 / pyproject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23760" y="235915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peps.python.org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9504"/>
            <a:ext cx="4114800" cy="47548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46320" y="29077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officiel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23760" y="290779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python.org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438144"/>
            <a:ext cx="4114800" cy="47548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46320" y="34564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VSCode Python ext.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23760" y="345643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marketplace.visualstudio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3986784"/>
            <a:ext cx="4114800" cy="47548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0" y="40050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Real Python — venvs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23760" y="400507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realpython.com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28032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4008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— Le gestionnaire d'environnements Python du futur ⚡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1516</Words>
  <Application>Microsoft Office PowerPoint</Application>
  <PresentationFormat>Affichage à l'écran (16:9)</PresentationFormat>
  <Paragraphs>296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 &amp; Environnements Virtuels Python</dc:title>
  <dc:subject>PptxGenJS Presentation</dc:subject>
  <dc:creator>PptxGenJS</dc:creator>
  <cp:lastModifiedBy>CATZ Nicolas</cp:lastModifiedBy>
  <cp:revision>1</cp:revision>
  <dcterms:created xsi:type="dcterms:W3CDTF">2026-05-10T21:16:15Z</dcterms:created>
  <dcterms:modified xsi:type="dcterms:W3CDTF">2026-05-10T21:28:32Z</dcterms:modified>
</cp:coreProperties>
</file>